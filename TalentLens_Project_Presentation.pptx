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TalentLens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1ECF7"/>
                </a:solidFill>
              </a:defRPr>
            </a:pPr>
            <a:r>
              <a:t>AI-powered resume analytics and job recommendation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108960" cy="1645920"/>
          </a:xfrm>
          <a:prstGeom prst="roundRect">
            <a:avLst/>
          </a:prstGeom>
          <a:solidFill>
            <a:srgbClr val="113857"/>
          </a:solidFill>
          <a:ln w="1905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Resume-to-Job Fit</a:t>
            </a:r>
          </a:p>
          <a:p>
            <a:pPr>
              <a:defRPr sz="1200">
                <a:solidFill>
                  <a:srgbClr val="E1ECF7"/>
                </a:solidFill>
              </a:defRPr>
            </a:pPr>
            <a:r>
              <a:t>Semantic analysis beyond keyword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108960" cy="1645920"/>
          </a:xfrm>
          <a:prstGeom prst="roundRect">
            <a:avLst/>
          </a:prstGeom>
          <a:solidFill>
            <a:srgbClr val="113857"/>
          </a:solidFill>
          <a:ln w="1905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Career Role Match</a:t>
            </a:r>
          </a:p>
          <a:p>
            <a:pPr>
              <a:defRPr sz="1200">
                <a:solidFill>
                  <a:srgbClr val="E1ECF7"/>
                </a:solidFill>
              </a:defRPr>
            </a:pPr>
            <a:r>
              <a:t>Strong, alternative, and missing-skill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011680"/>
            <a:ext cx="3474720" cy="1645920"/>
          </a:xfrm>
          <a:prstGeom prst="roundRect">
            <a:avLst/>
          </a:prstGeom>
          <a:solidFill>
            <a:srgbClr val="113857"/>
          </a:solidFill>
          <a:ln w="1905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Portfolio + Job Discovery</a:t>
            </a:r>
          </a:p>
          <a:p>
            <a:pPr>
              <a:defRPr sz="1200">
                <a:solidFill>
                  <a:srgbClr val="E1ECF7"/>
                </a:solidFill>
              </a:defRPr>
            </a:pPr>
            <a:r>
              <a:t>Editable portfolio preview and relevant India-focused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1ECF7"/>
                </a:solidFill>
              </a:defRPr>
            </a:pPr>
            <a:r>
              <a:t>Final-year major project | Smart career guidance for job seekers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029200" cy="4480560"/>
          </a:xfrm>
          <a:prstGeom prst="rect">
            <a:avLst/>
          </a:prstGeom>
          <a:solidFill>
            <a:srgbClr val="11344C"/>
          </a:solidFill>
          <a:ln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Traditional resume screening often relies on keyword matching.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This fails to capture: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Skill context and usage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Career-role suitability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Missing skills and gaps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Project depth and achievements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Semantic alignment between resume and job requirement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914400"/>
            <a:ext cx="5303520" cy="4480560"/>
          </a:xfrm>
          <a:prstGeom prst="rect">
            <a:avLst/>
          </a:prstGeom>
          <a:solidFill>
            <a:srgbClr val="1C485D"/>
          </a:solidFill>
          <a:ln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Why TalentLens?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To help job seekers understand their profile more realistically,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identify useful career directions,</a:t>
            </a:r>
          </a:p>
          <a:p>
            <a:pPr>
              <a:defRPr sz="1500" b="0">
                <a:solidFill>
                  <a:srgbClr val="FFFFFF"/>
                </a:solidFill>
              </a:defRPr>
            </a:pPr>
            <a:r>
              <a:t>discover suitable opportunities, and improve employability with explainable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338328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097280"/>
            <a:ext cx="2816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Resume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312724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Extract structured resume information and understand skills, experience, education, projects, and strengths.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38328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1097280"/>
            <a:ext cx="2816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Career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536192"/>
            <a:ext cx="312724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Recommend the best-fit and alternative job roles using contextual reasoning rather than simple keyword overlap.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005840"/>
            <a:ext cx="356616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3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109728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Skill Gap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1536192"/>
            <a:ext cx="331012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Highlight important missing skills and suggest useful resume improvements for better employability.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338328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5112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74720"/>
            <a:ext cx="2816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Portfolio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13632"/>
            <a:ext cx="312724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Turn extracted profile data into an editable, professional portfolio preview that can be printed or saved as PDF.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383280"/>
            <a:ext cx="338328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35112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3474720"/>
            <a:ext cx="2816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5. Domain-Aware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913632"/>
            <a:ext cx="312724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Apply domain-based skill weighting with bounded, explainable score components for transparent job matching.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383280"/>
            <a:ext cx="3566160" cy="192024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3" y="351129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347472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6. Evolving Skill Catalogue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913632"/>
            <a:ext cx="3310128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Allow users to review and accept new skills, which are normalized and saved for future recommendation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0972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Resume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361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Supports PDF and DOCX resume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0058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10972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AI-powered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5361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Uses Google Gemini for contextual resume reasoning.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0058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3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7" y="10972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Career role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15361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Best match and alternative roles are identified dynamically.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0058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3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5207" y="10972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Skill gap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1" y="15361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Detects missing skills and resume improvement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626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9260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Job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3649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Searches and normalizes relevant jobs, primarily India-oriented.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8346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75304" y="29626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4488" y="29260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Resume-to-job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3649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Combines baseline scoring with semantic validation.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28346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3" y="29626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7" y="29260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Portfolio preview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1" y="33649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Editable professional portfolio with browser export options.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2834640"/>
            <a:ext cx="2560320" cy="141732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3" y="29626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7" y="29260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Secure authentication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1" y="3364992"/>
            <a:ext cx="2304288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JWT-based access and MongoDB-backed user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972800" cy="4389120"/>
          </a:xfrm>
          <a:prstGeom prst="rect">
            <a:avLst/>
          </a:prstGeom>
          <a:solidFill>
            <a:srgbClr val="12344F"/>
          </a:solidFill>
          <a:ln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Client / Frontend (React + Vite)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 API (Express.js + Node.js)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Services: Resume parsing, Gemini analysis, skill matching, job discovery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Database: MongoDB for users, skills, and persisted catalogue data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↓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t>External integration: Google Gemini API + Jobicy public jobs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3200400" cy="347472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207008"/>
            <a:ext cx="29443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288036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React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Vite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JavaScript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Responsive UI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Portfolio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200400" cy="347472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207008"/>
            <a:ext cx="29443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288036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Node.js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Express.js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REST APIs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JWT auth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Multer uploads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097280"/>
            <a:ext cx="3566160" cy="347472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1207008"/>
            <a:ext cx="33101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 &amp;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572768"/>
            <a:ext cx="324612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MongoDB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Google Gemini API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Jobicy API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Resume parsing (PDF/DOCX)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AI embeddings /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Resume Analysis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0972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User uploads PDF or DOCX resume.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058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10972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Extract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5361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Backend reads and parses resume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0058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11338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7" y="10972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1" y="15361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Resume information is structured into skills, education, experience, projects, and certifications.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912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1546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4. AI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5935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Gemini interprets context, strengths, role fit, and improvement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632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31912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1546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5.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935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Results are checked and normalized before the frontend renders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3063240"/>
            <a:ext cx="3291840" cy="1554480"/>
          </a:xfrm>
          <a:prstGeom prst="roundRect">
            <a:avLst/>
          </a:prstGeom>
          <a:solidFill>
            <a:srgbClr val="12344F"/>
          </a:solidFill>
          <a:ln w="15240">
            <a:solidFill>
              <a:srgbClr val="26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3191256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2C4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7" y="3154680"/>
            <a:ext cx="2724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6. 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3593592"/>
            <a:ext cx="303580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1ECF7"/>
                </a:solidFill>
              </a:defRPr>
            </a:pPr>
            <a:r>
              <a:t>Best-fit role, skill gaps, and job opportunities are generated.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Job Recommendation &amp;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4937760" cy="411480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07008"/>
            <a:ext cx="46817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Collects role, location, and resume context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Queries external job provider data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Filters and ranks India-relevant opportunities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Displays job title, company, source, and URL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97280"/>
            <a:ext cx="5303520" cy="411480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207008"/>
            <a:ext cx="50474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Matching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834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Uses baseline keyword match as a foundation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Adds semantic evaluation with Gemini embeddings when available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Applies deterministic fallback if embeddings are unavailable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Explains matched vs missing skills and score components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Current Status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4572000" cy="4297680"/>
          </a:xfrm>
          <a:prstGeom prst="rect">
            <a:avLst/>
          </a:prstGeom>
          <a:solidFill>
            <a:srgbClr val="11385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15568"/>
            <a:ext cx="4315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2519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User login/register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Resume parsing and AI analysis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Career role recommendation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Skill gap and improvement suggestions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Portfolio preview and PDF export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India-oriented job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394960" cy="4297680"/>
          </a:xfrm>
          <a:prstGeom prst="rect">
            <a:avLst/>
          </a:prstGeom>
          <a:solidFill>
            <a:srgbClr val="17526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33872" y="1115568"/>
            <a:ext cx="5138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Planned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81328"/>
            <a:ext cx="507492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Recruiter-side functionality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Broader job provider coverage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Candidate ranking and employer dashboards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Portfolio publishing and sharing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Improved semantic retrieval and ranking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Expanded product maturity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11430000" cy="164592"/>
          </a:xfrm>
          <a:prstGeom prst="rect">
            <a:avLst/>
          </a:prstGeom>
          <a:solidFill>
            <a:srgbClr val="26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TalentLens is an AI-powered career assistance platform designed to help job seekers analyze their resumes, identify suitable job roles, discover relevant opportunities, and improve their employability with transparent, explainable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ECF7"/>
                </a:solidFill>
              </a:defRPr>
            </a:pPr>
            <a:r>
              <a:t>Team: Final-year major project team</a:t>
            </a:r>
            <a:br/>
            <a:r>
              <a:t>Focus: Smart, AI-assisted career guidance for students and job seekers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2C4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